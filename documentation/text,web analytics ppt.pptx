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6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8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6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5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4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2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1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3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09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85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20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18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3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881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Viewer Churn Prediction for OTT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dirty="0"/>
              <a:t>Industry: Media &amp; Entertainment</a:t>
            </a:r>
          </a:p>
          <a:p>
            <a:pPr>
              <a:spcAft>
                <a:spcPts val="1000"/>
              </a:spcAft>
            </a:pPr>
            <a:r>
              <a:rPr dirty="0"/>
              <a:t>Objective: Predict 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dirty="0"/>
              <a:t> OTT viewer churn using Text, Social Media, and Web Analytics.</a:t>
            </a:r>
          </a:p>
          <a:p>
            <a:pPr>
              <a:spcAft>
                <a:spcPts val="1000"/>
              </a:spcAft>
            </a:pPr>
            <a:r>
              <a:rPr dirty="0"/>
              <a:t>Platform: </a:t>
            </a:r>
            <a:r>
              <a:rPr dirty="0" err="1"/>
              <a:t>Jupyter</a:t>
            </a:r>
            <a:r>
              <a:rPr dirty="0"/>
              <a:t> Notebook | Tools: Python, NLP, Machine Learning, SQL, </a:t>
            </a:r>
            <a:r>
              <a:rPr dirty="0" err="1"/>
              <a:t>Plotly</a:t>
            </a:r>
            <a:r>
              <a:rPr dirty="0"/>
              <a:t>, Matplotlib.</a:t>
            </a:r>
          </a:p>
          <a:p>
            <a:pPr>
              <a:spcAft>
                <a:spcPts val="1000"/>
              </a:spcAft>
            </a:pPr>
            <a:r>
              <a:rPr dirty="0"/>
              <a:t>Project Flow: Data Collection → Text Mining → Sentiment Analysis → Churn Prediction → Web Analytics.</a:t>
            </a:r>
          </a:p>
          <a:p>
            <a:pPr>
              <a:spcAft>
                <a:spcPts val="1000"/>
              </a:spcAft>
            </a:pPr>
            <a:r>
              <a:rPr dirty="0"/>
              <a:t>Outcome: Identified churn patterns and delivered actionable retention strategies.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1 – Sentiment Analysis on Viewer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Reviews collected from OTT platforms (Netflix, Prime, Hotstar).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Text Cleaning, Lemmatization,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Sentiment Scoring using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3D scatter plot showing polarity vs. subjectivity.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Negative sentiment and low satisfaction scores correlate with potential churn.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Saved cleaned data and sentiment visualizations (HTML, PNG).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2 – Topic Modeling on Viewer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Discover major discussion themes in viewer reviews.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TF-IDF Vectorization, Latent Dirichlet Allocation (LDA), PCA for dimensionality reduction.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Found: Content Quality, App Performance, Subscription Issues, Recommendation Accuracy.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3D topic clusters representing viewer concerns.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Subscription cost and content variety emerged as top churn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8" y="214747"/>
            <a:ext cx="7900219" cy="103418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3 &amp; 4 – Social Media Analytics &amp;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47" y="1166018"/>
            <a:ext cx="8229600" cy="5691982"/>
          </a:xfrm>
        </p:spPr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3: Analyzed tweets for sentiment trends using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snscrape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4: Combined sentiment and behavioral features to predict churn using ML models (Logistic Regression, Random Forest).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Watch hours, Sessions per week, Sentiment Score, Subscription Age.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Achieved: &gt;85% | Output: Predicted churn probability and active/churned segmentation.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3D churn prediction scatter combining sentiment and user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884" y="274638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5 – Web Analytics &amp; Recommendation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Identify engagement patterns and generate user retention strategies.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Simulated user web activity (avg watch time, genre preference, buffering issues).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Technique: K-Means clustering and PCA for behavioral segmentation.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3D clusters of user segments (High engagement, Low engagement, Dormant).</a:t>
            </a:r>
          </a:p>
          <a:p>
            <a:pPr>
              <a:spcAft>
                <a:spcPts val="10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Reward premium users, fix buffering issues, re-engage dormant users.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</TotalTime>
  <Words>395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Celestial</vt:lpstr>
      <vt:lpstr>Viewer Churn Prediction for OTT Platforms</vt:lpstr>
      <vt:lpstr>Use Case 1 – Sentiment Analysis on Viewer Reviews</vt:lpstr>
      <vt:lpstr>Use Case 2 – Topic Modeling on Viewer Feedback</vt:lpstr>
      <vt:lpstr>Use Case 3 &amp; 4 – Social Media Analytics &amp; Churn Prediction</vt:lpstr>
      <vt:lpstr>Use Case 5 – Web Analytics &amp; Recommendation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erugurala teja</cp:lastModifiedBy>
  <cp:revision>2</cp:revision>
  <dcterms:created xsi:type="dcterms:W3CDTF">2013-01-27T09:14:16Z</dcterms:created>
  <dcterms:modified xsi:type="dcterms:W3CDTF">2025-11-13T15:25:31Z</dcterms:modified>
  <cp:category/>
</cp:coreProperties>
</file>